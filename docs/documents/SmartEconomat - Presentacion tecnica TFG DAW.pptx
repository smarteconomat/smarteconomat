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sych\projects\SmartEconomat\docs\.pptx-export\shots\slide-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SmartEconomat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SmartEconomat - Presentacion tecnica</dc:title>
  <dc:subject>Presentacion tecnica TFG DAW</dc:subject>
  <dc:creator>SmartEconomat</dc:creator>
  <cp:lastModifiedBy>SmartEconomat</cp:lastModifiedBy>
  <cp:revision>1</cp:revision>
  <dcterms:created xsi:type="dcterms:W3CDTF">2026-04-26T15:04:55Z</dcterms:created>
  <dcterms:modified xsi:type="dcterms:W3CDTF">2026-04-26T15:04:55Z</dcterms:modified>
</cp:coreProperties>
</file>